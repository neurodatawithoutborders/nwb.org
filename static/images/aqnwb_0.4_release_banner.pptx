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8229600" cy="374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81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E3A"/>
    <a:srgbClr val="8F8F8F"/>
    <a:srgbClr val="0A4D7C"/>
    <a:srgbClr val="A5ADB5"/>
    <a:srgbClr val="945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8"/>
    <p:restoredTop sz="94655"/>
  </p:normalViewPr>
  <p:slideViewPr>
    <p:cSldViewPr snapToGrid="0" showGuides="1">
      <p:cViewPr varScale="1">
        <p:scale>
          <a:sx n="207" d="100"/>
          <a:sy n="207" d="100"/>
        </p:scale>
        <p:origin x="184" y="864"/>
      </p:cViewPr>
      <p:guideLst>
        <p:guide orient="horz" pos="1181"/>
        <p:guide pos="25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613663"/>
            <a:ext cx="6172200" cy="1305442"/>
          </a:xfrm>
        </p:spPr>
        <p:txBody>
          <a:bodyPr anchor="b"/>
          <a:lstStyle>
            <a:lvl1pPr algn="ctr">
              <a:defRPr sz="32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1969448"/>
            <a:ext cx="6172200" cy="905303"/>
          </a:xfrm>
        </p:spPr>
        <p:txBody>
          <a:bodyPr/>
          <a:lstStyle>
            <a:lvl1pPr marL="0" indent="0" algn="ctr">
              <a:buNone/>
              <a:defRPr sz="1312"/>
            </a:lvl1pPr>
            <a:lvl2pPr marL="249997" indent="0" algn="ctr">
              <a:buNone/>
              <a:defRPr sz="1094"/>
            </a:lvl2pPr>
            <a:lvl3pPr marL="499994" indent="0" algn="ctr">
              <a:buNone/>
              <a:defRPr sz="984"/>
            </a:lvl3pPr>
            <a:lvl4pPr marL="749991" indent="0" algn="ctr">
              <a:buNone/>
              <a:defRPr sz="875"/>
            </a:lvl4pPr>
            <a:lvl5pPr marL="999988" indent="0" algn="ctr">
              <a:buNone/>
              <a:defRPr sz="875"/>
            </a:lvl5pPr>
            <a:lvl6pPr marL="1249985" indent="0" algn="ctr">
              <a:buNone/>
              <a:defRPr sz="875"/>
            </a:lvl6pPr>
            <a:lvl7pPr marL="1499982" indent="0" algn="ctr">
              <a:buNone/>
              <a:defRPr sz="875"/>
            </a:lvl7pPr>
            <a:lvl8pPr marL="1749979" indent="0" algn="ctr">
              <a:buNone/>
              <a:defRPr sz="875"/>
            </a:lvl8pPr>
            <a:lvl9pPr marL="1999976" indent="0" algn="ctr">
              <a:buNone/>
              <a:defRPr sz="8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6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3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934816"/>
            <a:ext cx="7098030" cy="1559760"/>
          </a:xfrm>
        </p:spPr>
        <p:txBody>
          <a:bodyPr anchor="b"/>
          <a:lstStyle>
            <a:lvl1pPr>
              <a:defRPr sz="32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2509332"/>
            <a:ext cx="7098030" cy="820241"/>
          </a:xfrm>
        </p:spPr>
        <p:txBody>
          <a:bodyPr/>
          <a:lstStyle>
            <a:lvl1pPr marL="0" indent="0">
              <a:buNone/>
              <a:defRPr sz="1312">
                <a:solidFill>
                  <a:schemeClr val="tx1">
                    <a:tint val="82000"/>
                  </a:schemeClr>
                </a:solidFill>
              </a:defRPr>
            </a:lvl1pPr>
            <a:lvl2pPr marL="249997" indent="0">
              <a:buNone/>
              <a:defRPr sz="1094">
                <a:solidFill>
                  <a:schemeClr val="tx1">
                    <a:tint val="82000"/>
                  </a:schemeClr>
                </a:solidFill>
              </a:defRPr>
            </a:lvl2pPr>
            <a:lvl3pPr marL="499994" indent="0">
              <a:buNone/>
              <a:defRPr sz="984">
                <a:solidFill>
                  <a:schemeClr val="tx1">
                    <a:tint val="82000"/>
                  </a:schemeClr>
                </a:solidFill>
              </a:defRPr>
            </a:lvl3pPr>
            <a:lvl4pPr marL="749991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4pPr>
            <a:lvl5pPr marL="999988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5pPr>
            <a:lvl6pPr marL="1249985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6pPr>
            <a:lvl7pPr marL="1499982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7pPr>
            <a:lvl8pPr marL="1749979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8pPr>
            <a:lvl9pPr marL="1999976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69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998178"/>
            <a:ext cx="3497580" cy="2379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998178"/>
            <a:ext cx="3497580" cy="2379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52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199636"/>
            <a:ext cx="7098030" cy="7247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7" y="919191"/>
            <a:ext cx="3481506" cy="450482"/>
          </a:xfrm>
        </p:spPr>
        <p:txBody>
          <a:bodyPr anchor="b"/>
          <a:lstStyle>
            <a:lvl1pPr marL="0" indent="0">
              <a:buNone/>
              <a:defRPr sz="1312" b="1"/>
            </a:lvl1pPr>
            <a:lvl2pPr marL="249997" indent="0">
              <a:buNone/>
              <a:defRPr sz="1094" b="1"/>
            </a:lvl2pPr>
            <a:lvl3pPr marL="499994" indent="0">
              <a:buNone/>
              <a:defRPr sz="984" b="1"/>
            </a:lvl3pPr>
            <a:lvl4pPr marL="749991" indent="0">
              <a:buNone/>
              <a:defRPr sz="875" b="1"/>
            </a:lvl4pPr>
            <a:lvl5pPr marL="999988" indent="0">
              <a:buNone/>
              <a:defRPr sz="875" b="1"/>
            </a:lvl5pPr>
            <a:lvl6pPr marL="1249985" indent="0">
              <a:buNone/>
              <a:defRPr sz="875" b="1"/>
            </a:lvl6pPr>
            <a:lvl7pPr marL="1499982" indent="0">
              <a:buNone/>
              <a:defRPr sz="875" b="1"/>
            </a:lvl7pPr>
            <a:lvl8pPr marL="1749979" indent="0">
              <a:buNone/>
              <a:defRPr sz="875" b="1"/>
            </a:lvl8pPr>
            <a:lvl9pPr marL="1999976" indent="0">
              <a:buNone/>
              <a:defRPr sz="8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7" y="1369673"/>
            <a:ext cx="3481506" cy="20145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919191"/>
            <a:ext cx="3498652" cy="450482"/>
          </a:xfrm>
        </p:spPr>
        <p:txBody>
          <a:bodyPr anchor="b"/>
          <a:lstStyle>
            <a:lvl1pPr marL="0" indent="0">
              <a:buNone/>
              <a:defRPr sz="1312" b="1"/>
            </a:lvl1pPr>
            <a:lvl2pPr marL="249997" indent="0">
              <a:buNone/>
              <a:defRPr sz="1094" b="1"/>
            </a:lvl2pPr>
            <a:lvl3pPr marL="499994" indent="0">
              <a:buNone/>
              <a:defRPr sz="984" b="1"/>
            </a:lvl3pPr>
            <a:lvl4pPr marL="749991" indent="0">
              <a:buNone/>
              <a:defRPr sz="875" b="1"/>
            </a:lvl4pPr>
            <a:lvl5pPr marL="999988" indent="0">
              <a:buNone/>
              <a:defRPr sz="875" b="1"/>
            </a:lvl5pPr>
            <a:lvl6pPr marL="1249985" indent="0">
              <a:buNone/>
              <a:defRPr sz="875" b="1"/>
            </a:lvl6pPr>
            <a:lvl7pPr marL="1499982" indent="0">
              <a:buNone/>
              <a:defRPr sz="875" b="1"/>
            </a:lvl7pPr>
            <a:lvl8pPr marL="1749979" indent="0">
              <a:buNone/>
              <a:defRPr sz="875" b="1"/>
            </a:lvl8pPr>
            <a:lvl9pPr marL="1999976" indent="0">
              <a:buNone/>
              <a:defRPr sz="8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1369673"/>
            <a:ext cx="3498652" cy="20145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69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33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32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249978"/>
            <a:ext cx="2654260" cy="874924"/>
          </a:xfrm>
        </p:spPr>
        <p:txBody>
          <a:bodyPr anchor="b"/>
          <a:lstStyle>
            <a:lvl1pPr>
              <a:defRPr sz="1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539884"/>
            <a:ext cx="4166235" cy="2664700"/>
          </a:xfrm>
        </p:spPr>
        <p:txBody>
          <a:bodyPr/>
          <a:lstStyle>
            <a:lvl1pPr>
              <a:defRPr sz="1750"/>
            </a:lvl1pPr>
            <a:lvl2pPr>
              <a:defRPr sz="1531"/>
            </a:lvl2pPr>
            <a:lvl3pPr>
              <a:defRPr sz="1312"/>
            </a:lvl3pPr>
            <a:lvl4pPr>
              <a:defRPr sz="1094"/>
            </a:lvl4pPr>
            <a:lvl5pPr>
              <a:defRPr sz="1094"/>
            </a:lvl5pPr>
            <a:lvl6pPr>
              <a:defRPr sz="1094"/>
            </a:lvl6pPr>
            <a:lvl7pPr>
              <a:defRPr sz="1094"/>
            </a:lvl7pPr>
            <a:lvl8pPr>
              <a:defRPr sz="1094"/>
            </a:lvl8pPr>
            <a:lvl9pPr>
              <a:defRPr sz="10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1124903"/>
            <a:ext cx="2654260" cy="2084021"/>
          </a:xfrm>
        </p:spPr>
        <p:txBody>
          <a:bodyPr/>
          <a:lstStyle>
            <a:lvl1pPr marL="0" indent="0">
              <a:buNone/>
              <a:defRPr sz="875"/>
            </a:lvl1pPr>
            <a:lvl2pPr marL="249997" indent="0">
              <a:buNone/>
              <a:defRPr sz="766"/>
            </a:lvl2pPr>
            <a:lvl3pPr marL="499994" indent="0">
              <a:buNone/>
              <a:defRPr sz="656"/>
            </a:lvl3pPr>
            <a:lvl4pPr marL="749991" indent="0">
              <a:buNone/>
              <a:defRPr sz="547"/>
            </a:lvl4pPr>
            <a:lvl5pPr marL="999988" indent="0">
              <a:buNone/>
              <a:defRPr sz="547"/>
            </a:lvl5pPr>
            <a:lvl6pPr marL="1249985" indent="0">
              <a:buNone/>
              <a:defRPr sz="547"/>
            </a:lvl6pPr>
            <a:lvl7pPr marL="1499982" indent="0">
              <a:buNone/>
              <a:defRPr sz="547"/>
            </a:lvl7pPr>
            <a:lvl8pPr marL="1749979" indent="0">
              <a:buNone/>
              <a:defRPr sz="547"/>
            </a:lvl8pPr>
            <a:lvl9pPr marL="1999976" indent="0">
              <a:buNone/>
              <a:defRPr sz="5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45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249978"/>
            <a:ext cx="2654260" cy="874924"/>
          </a:xfrm>
        </p:spPr>
        <p:txBody>
          <a:bodyPr anchor="b"/>
          <a:lstStyle>
            <a:lvl1pPr>
              <a:defRPr sz="1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539884"/>
            <a:ext cx="4166235" cy="2664700"/>
          </a:xfrm>
        </p:spPr>
        <p:txBody>
          <a:bodyPr anchor="t"/>
          <a:lstStyle>
            <a:lvl1pPr marL="0" indent="0">
              <a:buNone/>
              <a:defRPr sz="1750"/>
            </a:lvl1pPr>
            <a:lvl2pPr marL="249997" indent="0">
              <a:buNone/>
              <a:defRPr sz="1531"/>
            </a:lvl2pPr>
            <a:lvl3pPr marL="499994" indent="0">
              <a:buNone/>
              <a:defRPr sz="1312"/>
            </a:lvl3pPr>
            <a:lvl4pPr marL="749991" indent="0">
              <a:buNone/>
              <a:defRPr sz="1094"/>
            </a:lvl4pPr>
            <a:lvl5pPr marL="999988" indent="0">
              <a:buNone/>
              <a:defRPr sz="1094"/>
            </a:lvl5pPr>
            <a:lvl6pPr marL="1249985" indent="0">
              <a:buNone/>
              <a:defRPr sz="1094"/>
            </a:lvl6pPr>
            <a:lvl7pPr marL="1499982" indent="0">
              <a:buNone/>
              <a:defRPr sz="1094"/>
            </a:lvl7pPr>
            <a:lvl8pPr marL="1749979" indent="0">
              <a:buNone/>
              <a:defRPr sz="1094"/>
            </a:lvl8pPr>
            <a:lvl9pPr marL="1999976" indent="0">
              <a:buNone/>
              <a:defRPr sz="10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1124903"/>
            <a:ext cx="2654260" cy="2084021"/>
          </a:xfrm>
        </p:spPr>
        <p:txBody>
          <a:bodyPr/>
          <a:lstStyle>
            <a:lvl1pPr marL="0" indent="0">
              <a:buNone/>
              <a:defRPr sz="875"/>
            </a:lvl1pPr>
            <a:lvl2pPr marL="249997" indent="0">
              <a:buNone/>
              <a:defRPr sz="766"/>
            </a:lvl2pPr>
            <a:lvl3pPr marL="499994" indent="0">
              <a:buNone/>
              <a:defRPr sz="656"/>
            </a:lvl3pPr>
            <a:lvl4pPr marL="749991" indent="0">
              <a:buNone/>
              <a:defRPr sz="547"/>
            </a:lvl4pPr>
            <a:lvl5pPr marL="999988" indent="0">
              <a:buNone/>
              <a:defRPr sz="547"/>
            </a:lvl5pPr>
            <a:lvl6pPr marL="1249985" indent="0">
              <a:buNone/>
              <a:defRPr sz="547"/>
            </a:lvl6pPr>
            <a:lvl7pPr marL="1499982" indent="0">
              <a:buNone/>
              <a:defRPr sz="547"/>
            </a:lvl7pPr>
            <a:lvl8pPr marL="1749979" indent="0">
              <a:buNone/>
              <a:defRPr sz="547"/>
            </a:lvl8pPr>
            <a:lvl9pPr marL="1999976" indent="0">
              <a:buNone/>
              <a:defRPr sz="5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4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39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7" y="199636"/>
            <a:ext cx="1774508" cy="3177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199636"/>
            <a:ext cx="5220653" cy="3177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199636"/>
            <a:ext cx="7098030" cy="724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998178"/>
            <a:ext cx="7098030" cy="2379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3475394"/>
            <a:ext cx="1851660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3475394"/>
            <a:ext cx="2777490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3475394"/>
            <a:ext cx="1851660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69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99994" rtl="0" eaLnBrk="1" latinLnBrk="0" hangingPunct="1">
        <a:lnSpc>
          <a:spcPct val="90000"/>
        </a:lnSpc>
        <a:spcBef>
          <a:spcPct val="0"/>
        </a:spcBef>
        <a:buNone/>
        <a:defRPr sz="2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4998" indent="-124998" algn="l" defTabSz="499994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1pPr>
      <a:lvl2pPr marL="374995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1312" kern="1200">
          <a:solidFill>
            <a:schemeClr val="tx1"/>
          </a:solidFill>
          <a:latin typeface="+mn-lt"/>
          <a:ea typeface="+mn-ea"/>
          <a:cs typeface="+mn-cs"/>
        </a:defRPr>
      </a:lvl2pPr>
      <a:lvl3pPr marL="624992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1094" kern="1200">
          <a:solidFill>
            <a:schemeClr val="tx1"/>
          </a:solidFill>
          <a:latin typeface="+mn-lt"/>
          <a:ea typeface="+mn-ea"/>
          <a:cs typeface="+mn-cs"/>
        </a:defRPr>
      </a:lvl3pPr>
      <a:lvl4pPr marL="874989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4pPr>
      <a:lvl5pPr marL="1124986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5pPr>
      <a:lvl6pPr marL="1374983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6pPr>
      <a:lvl7pPr marL="1624980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7pPr>
      <a:lvl8pPr marL="1874977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8pPr>
      <a:lvl9pPr marL="2124974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1pPr>
      <a:lvl2pPr marL="249997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2pPr>
      <a:lvl3pPr marL="499994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3pPr>
      <a:lvl4pPr marL="749991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4pPr>
      <a:lvl5pPr marL="999988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5pPr>
      <a:lvl6pPr marL="1249985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6pPr>
      <a:lvl7pPr marL="1499982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7pPr>
      <a:lvl8pPr marL="1749979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8pPr>
      <a:lvl9pPr marL="1999976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44">
            <a:extLst>
              <a:ext uri="{FF2B5EF4-FFF2-40B4-BE49-F238E27FC236}">
                <a16:creationId xmlns:a16="http://schemas.microsoft.com/office/drawing/2014/main" id="{52721B6D-6BD3-6FA2-71DB-CA5F8D4CCEDA}"/>
              </a:ext>
            </a:extLst>
          </p:cNvPr>
          <p:cNvSpPr/>
          <p:nvPr/>
        </p:nvSpPr>
        <p:spPr>
          <a:xfrm>
            <a:off x="3999581" y="-1"/>
            <a:ext cx="4249161" cy="3749675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0A4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ED38D3A1-0B0B-DC34-17E7-4CE045CA417B}"/>
              </a:ext>
            </a:extLst>
          </p:cNvPr>
          <p:cNvSpPr/>
          <p:nvPr/>
        </p:nvSpPr>
        <p:spPr>
          <a:xfrm>
            <a:off x="4169389" y="-1"/>
            <a:ext cx="4066600" cy="3749675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EC7E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F168D3EC-F566-EF34-0696-19843018D75B}"/>
              </a:ext>
            </a:extLst>
          </p:cNvPr>
          <p:cNvSpPr/>
          <p:nvPr/>
        </p:nvSpPr>
        <p:spPr>
          <a:xfrm>
            <a:off x="4361763" y="-1"/>
            <a:ext cx="3886979" cy="3749675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qnwb-logo.png">
            <a:extLst>
              <a:ext uri="{FF2B5EF4-FFF2-40B4-BE49-F238E27FC236}">
                <a16:creationId xmlns:a16="http://schemas.microsoft.com/office/drawing/2014/main" id="{392F292A-4438-84B8-D678-4CE3C1AF8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51" y="2020639"/>
            <a:ext cx="2788860" cy="134427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55C37F9-5AC9-2CC7-CBCB-19C20CB26667}"/>
              </a:ext>
            </a:extLst>
          </p:cNvPr>
          <p:cNvSpPr txBox="1"/>
          <p:nvPr/>
        </p:nvSpPr>
        <p:spPr>
          <a:xfrm>
            <a:off x="386751" y="384771"/>
            <a:ext cx="40174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err="1">
                <a:solidFill>
                  <a:srgbClr val="0A4D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AqNWB</a:t>
            </a:r>
            <a:r>
              <a:rPr lang="en-US" sz="4800" b="1" dirty="0">
                <a:solidFill>
                  <a:srgbClr val="0A4D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0.4.0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3F347D-EC29-D201-5C25-314FE765CD1A}"/>
              </a:ext>
            </a:extLst>
          </p:cNvPr>
          <p:cNvSpPr txBox="1"/>
          <p:nvPr/>
        </p:nvSpPr>
        <p:spPr>
          <a:xfrm>
            <a:off x="386751" y="1153959"/>
            <a:ext cx="2888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8F8F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major release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7AE0D6B-AA31-3086-994F-7A72AC93B73F}"/>
              </a:ext>
            </a:extLst>
          </p:cNvPr>
          <p:cNvSpPr/>
          <p:nvPr/>
        </p:nvSpPr>
        <p:spPr>
          <a:xfrm>
            <a:off x="5460170" y="1674129"/>
            <a:ext cx="2437647" cy="457200"/>
          </a:xfrm>
          <a:prstGeom prst="roundRect">
            <a:avLst>
              <a:gd name="adj" fmla="val 50000"/>
            </a:avLst>
          </a:prstGeom>
          <a:solidFill>
            <a:srgbClr val="0A4D7C"/>
          </a:solidFill>
          <a:ln>
            <a:solidFill>
              <a:srgbClr val="0A4D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  <a:softEdge rad="2536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EventsTable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5C073BD-773A-ECD0-5136-25F1D7B95C68}"/>
              </a:ext>
            </a:extLst>
          </p:cNvPr>
          <p:cNvSpPr/>
          <p:nvPr/>
        </p:nvSpPr>
        <p:spPr>
          <a:xfrm>
            <a:off x="4875554" y="456408"/>
            <a:ext cx="3022263" cy="457200"/>
          </a:xfrm>
          <a:prstGeom prst="roundRect">
            <a:avLst>
              <a:gd name="adj" fmla="val 50000"/>
            </a:avLst>
          </a:prstGeom>
          <a:solidFill>
            <a:srgbClr val="0A4D7C"/>
          </a:solidFill>
          <a:ln>
            <a:solidFill>
              <a:srgbClr val="0A4D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  <a:softEdge rad="2536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Acquire table data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505BBB6-2C90-3763-E34B-3EAEDEBABAC1}"/>
              </a:ext>
            </a:extLst>
          </p:cNvPr>
          <p:cNvSpPr/>
          <p:nvPr/>
        </p:nvSpPr>
        <p:spPr>
          <a:xfrm>
            <a:off x="5160364" y="1067659"/>
            <a:ext cx="2737450" cy="457200"/>
          </a:xfrm>
          <a:prstGeom prst="roundRect">
            <a:avLst>
              <a:gd name="adj" fmla="val 50000"/>
            </a:avLst>
          </a:prstGeom>
          <a:solidFill>
            <a:srgbClr val="0A4D7C"/>
          </a:solidFill>
          <a:ln>
            <a:solidFill>
              <a:srgbClr val="0A4D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  <a:softEdge rad="2536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Stream remote files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E5D3690-F4D9-AF9C-E428-3D2861177FAC}"/>
              </a:ext>
            </a:extLst>
          </p:cNvPr>
          <p:cNvSpPr/>
          <p:nvPr/>
        </p:nvSpPr>
        <p:spPr>
          <a:xfrm>
            <a:off x="5841666" y="2890188"/>
            <a:ext cx="2056151" cy="457200"/>
          </a:xfrm>
          <a:prstGeom prst="roundRect">
            <a:avLst>
              <a:gd name="adj" fmla="val 50000"/>
            </a:avLst>
          </a:prstGeom>
          <a:solidFill>
            <a:srgbClr val="0A4D7C"/>
          </a:solidFill>
          <a:ln>
            <a:solidFill>
              <a:srgbClr val="0A4D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  <a:softEdge rad="2536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TimeIntervals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0A81896-2F1E-9D35-8B9B-E61C3460ABEE}"/>
              </a:ext>
            </a:extLst>
          </p:cNvPr>
          <p:cNvSpPr/>
          <p:nvPr/>
        </p:nvSpPr>
        <p:spPr>
          <a:xfrm>
            <a:off x="5655038" y="2280599"/>
            <a:ext cx="2242776" cy="457200"/>
          </a:xfrm>
          <a:prstGeom prst="roundRect">
            <a:avLst>
              <a:gd name="adj" fmla="val 50000"/>
            </a:avLst>
          </a:prstGeom>
          <a:solidFill>
            <a:srgbClr val="0A4D7C"/>
          </a:solidFill>
          <a:ln>
            <a:solidFill>
              <a:srgbClr val="0A4D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  <a:softEdge rad="2536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MeaningsTable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127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</TotalTime>
  <Words>14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Ruebel</dc:creator>
  <cp:lastModifiedBy>Oliver Ruebel</cp:lastModifiedBy>
  <cp:revision>2</cp:revision>
  <dcterms:created xsi:type="dcterms:W3CDTF">2026-08-21T05:21:51Z</dcterms:created>
  <dcterms:modified xsi:type="dcterms:W3CDTF">2026-08-21T06:18:05Z</dcterms:modified>
</cp:coreProperties>
</file>